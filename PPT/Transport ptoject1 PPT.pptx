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269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8265" y="2825165"/>
            <a:ext cx="4387188" cy="2363109"/>
          </a:xfrm>
        </p:spPr>
        <p:txBody>
          <a:bodyPr anchor="b">
            <a:noAutofit/>
          </a:bodyPr>
          <a:lstStyle>
            <a:lvl1pPr algn="ctr">
              <a:defRPr sz="3967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8265" y="5610726"/>
            <a:ext cx="4387188" cy="2148115"/>
          </a:xfrm>
        </p:spPr>
        <p:txBody>
          <a:bodyPr anchor="t">
            <a:normAutofit/>
          </a:bodyPr>
          <a:lstStyle>
            <a:lvl1pPr marL="0" indent="0" algn="ctr">
              <a:buNone/>
              <a:defRPr sz="1653">
                <a:solidFill>
                  <a:schemeClr val="tx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12393" y="7881435"/>
            <a:ext cx="556388" cy="4356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88265" y="7881435"/>
            <a:ext cx="3359155" cy="4356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755" y="7881435"/>
            <a:ext cx="341698" cy="4356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69161" y="5412702"/>
            <a:ext cx="422539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771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56511" y="3671541"/>
            <a:ext cx="545047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71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509" y="2559388"/>
            <a:ext cx="5450476" cy="2841772"/>
          </a:xfrm>
        </p:spPr>
        <p:txBody>
          <a:bodyPr anchor="b">
            <a:normAutofit/>
          </a:bodyPr>
          <a:lstStyle>
            <a:lvl1pPr algn="ctr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509" y="5823614"/>
            <a:ext cx="5450476" cy="1699616"/>
          </a:xfrm>
        </p:spPr>
        <p:txBody>
          <a:bodyPr anchor="t">
            <a:normAutofit/>
          </a:bodyPr>
          <a:lstStyle>
            <a:lvl1pPr marL="0" indent="0" algn="ctr">
              <a:buNone/>
              <a:defRPr sz="1983">
                <a:solidFill>
                  <a:schemeClr val="tx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56511" y="5612385"/>
            <a:ext cx="545047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70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56509" y="3674020"/>
            <a:ext cx="5450476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4788" y="3878140"/>
            <a:ext cx="2758123" cy="537521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702" y="3878140"/>
            <a:ext cx="2758123" cy="537521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84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550" y="4145342"/>
            <a:ext cx="27581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2550" y="5057086"/>
            <a:ext cx="2758123" cy="42203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5958" y="4145342"/>
            <a:ext cx="27581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5958" y="5057086"/>
            <a:ext cx="2758123" cy="42203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056510" y="3671541"/>
            <a:ext cx="5450476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572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49" y="1427248"/>
            <a:ext cx="5618399" cy="20330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56510" y="3671541"/>
            <a:ext cx="5450476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99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692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48" y="2165084"/>
            <a:ext cx="2096382" cy="2138680"/>
          </a:xfrm>
        </p:spPr>
        <p:txBody>
          <a:bodyPr anchor="b">
            <a:normAutofit/>
          </a:bodyPr>
          <a:lstStyle>
            <a:lvl1pPr algn="ctr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4774" y="1531399"/>
            <a:ext cx="3186175" cy="763060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2548" y="4726216"/>
            <a:ext cx="2096382" cy="3802104"/>
          </a:xfrm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56510" y="4541394"/>
            <a:ext cx="1928456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472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48" y="2937382"/>
            <a:ext cx="3001611" cy="2138680"/>
          </a:xfrm>
        </p:spPr>
        <p:txBody>
          <a:bodyPr anchor="b">
            <a:normAutofit/>
          </a:bodyPr>
          <a:lstStyle>
            <a:lvl1pPr algn="ctr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12280" y="1610611"/>
            <a:ext cx="2420876" cy="747218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2548" y="5076063"/>
            <a:ext cx="3001611" cy="2851573"/>
          </a:xfrm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37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49" y="7508481"/>
            <a:ext cx="5618398" cy="883691"/>
          </a:xfrm>
        </p:spPr>
        <p:txBody>
          <a:bodyPr anchor="b">
            <a:normAutofit/>
          </a:bodyPr>
          <a:lstStyle>
            <a:lvl1pPr algn="ctr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8090" y="1610611"/>
            <a:ext cx="5860322" cy="524109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2549" y="8392172"/>
            <a:ext cx="5618398" cy="769825"/>
          </a:xfrm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31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49" y="1414050"/>
            <a:ext cx="5618398" cy="4830367"/>
          </a:xfrm>
        </p:spPr>
        <p:txBody>
          <a:bodyPr anchor="ctr">
            <a:normAutofit/>
          </a:bodyPr>
          <a:lstStyle>
            <a:lvl1pPr algn="ctr">
              <a:defRPr sz="2644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548" y="6666872"/>
            <a:ext cx="5618400" cy="2495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53">
                <a:solidFill>
                  <a:schemeClr val="tx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56510" y="6455644"/>
            <a:ext cx="5459476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473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678" y="1531398"/>
            <a:ext cx="5289095" cy="3696486"/>
          </a:xfrm>
        </p:spPr>
        <p:txBody>
          <a:bodyPr anchor="ctr">
            <a:normAutofit/>
          </a:bodyPr>
          <a:lstStyle>
            <a:lvl1pPr algn="ctr">
              <a:defRPr sz="2644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22387" y="5227883"/>
            <a:ext cx="4869743" cy="10165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488"/>
            </a:lvl1pPr>
            <a:lvl2pPr marL="377830" indent="0">
              <a:buFontTx/>
              <a:buNone/>
              <a:defRPr/>
            </a:lvl2pPr>
            <a:lvl3pPr marL="755660" indent="0">
              <a:buFontTx/>
              <a:buNone/>
              <a:defRPr/>
            </a:lvl3pPr>
            <a:lvl4pPr marL="1133490" indent="0">
              <a:buFontTx/>
              <a:buNone/>
              <a:defRPr/>
            </a:lvl4pPr>
            <a:lvl5pPr marL="15113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546" y="6772488"/>
            <a:ext cx="5618402" cy="23895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53">
                <a:solidFill>
                  <a:schemeClr val="tx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702406" y="1411694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/>
            <a:r>
              <a:rPr lang="en-US" sz="595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8243" y="4409383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 algn="r"/>
            <a:r>
              <a:rPr lang="en-US" sz="595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56510" y="6455644"/>
            <a:ext cx="5450476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84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52" y="5158936"/>
            <a:ext cx="5618393" cy="2290240"/>
          </a:xfrm>
        </p:spPr>
        <p:txBody>
          <a:bodyPr anchor="b">
            <a:normAutofit/>
          </a:bodyPr>
          <a:lstStyle>
            <a:lvl1pPr algn="l">
              <a:defRPr sz="2644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551" y="7449175"/>
            <a:ext cx="5618395" cy="1341587"/>
          </a:xfrm>
        </p:spPr>
        <p:txBody>
          <a:bodyPr anchor="t">
            <a:normAutofit/>
          </a:bodyPr>
          <a:lstStyle>
            <a:lvl1pPr marL="0" indent="0" algn="l">
              <a:buNone/>
              <a:defRPr sz="1488">
                <a:solidFill>
                  <a:schemeClr val="tx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813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726" y="1531398"/>
            <a:ext cx="5227049" cy="3498460"/>
          </a:xfrm>
        </p:spPr>
        <p:txBody>
          <a:bodyPr anchor="ctr">
            <a:normAutofit/>
          </a:bodyPr>
          <a:lstStyle>
            <a:lvl1pPr algn="ctr">
              <a:defRPr sz="2644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972551" y="5674631"/>
            <a:ext cx="5618395" cy="138301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653">
                <a:solidFill>
                  <a:schemeClr val="tx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548" y="7062925"/>
            <a:ext cx="5618400" cy="2099075"/>
          </a:xfrm>
        </p:spPr>
        <p:txBody>
          <a:bodyPr anchor="t">
            <a:normAutofit/>
          </a:bodyPr>
          <a:lstStyle>
            <a:lvl1pPr marL="0" indent="0" algn="l">
              <a:buNone/>
              <a:defRPr sz="1322">
                <a:solidFill>
                  <a:schemeClr val="tx1"/>
                </a:solidFill>
              </a:defRPr>
            </a:lvl1pPr>
            <a:lvl2pPr marL="37783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725620" y="1398492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/>
            <a:r>
              <a:rPr lang="en-US" sz="6611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1707" y="4066124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 algn="r"/>
            <a:r>
              <a:rPr lang="en-US" sz="6611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56510" y="5346700"/>
            <a:ext cx="5450476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853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48" y="1531398"/>
            <a:ext cx="5618398" cy="357766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644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972551" y="5560568"/>
            <a:ext cx="5618395" cy="1411529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653">
                <a:solidFill>
                  <a:schemeClr val="tx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549" y="6970514"/>
            <a:ext cx="5618398" cy="2191487"/>
          </a:xfrm>
        </p:spPr>
        <p:txBody>
          <a:bodyPr anchor="t">
            <a:normAutofit/>
          </a:bodyPr>
          <a:lstStyle>
            <a:lvl1pPr marL="0" indent="0" algn="l">
              <a:buNone/>
              <a:defRPr sz="1322">
                <a:solidFill>
                  <a:schemeClr val="tx1"/>
                </a:solidFill>
              </a:defRPr>
            </a:lvl1pPr>
            <a:lvl2pPr marL="37783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56513" y="5346700"/>
            <a:ext cx="545947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152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2548" y="3882767"/>
            <a:ext cx="5618400" cy="527923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56510" y="3671541"/>
            <a:ext cx="545947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959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53079" y="1414051"/>
            <a:ext cx="1337866" cy="77479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2550" y="1414051"/>
            <a:ext cx="4062122" cy="7747948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5161222" y="1414051"/>
            <a:ext cx="0" cy="7747948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598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2549" y="1427248"/>
            <a:ext cx="5618398" cy="2033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548" y="3882767"/>
            <a:ext cx="5618400" cy="53716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53082" y="9294016"/>
            <a:ext cx="948928" cy="4356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6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2549" y="9294016"/>
            <a:ext cx="4218440" cy="4356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6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4103" y="9294016"/>
            <a:ext cx="326845" cy="4356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6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68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ctr" defTabSz="377830" rtl="0" eaLnBrk="1" latinLnBrk="0" hangingPunct="1">
        <a:spcBef>
          <a:spcPct val="0"/>
        </a:spcBef>
        <a:buNone/>
        <a:defRPr sz="3306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36144" indent="-236144" algn="l" defTabSz="377830" rtl="0" eaLnBrk="1" latinLnBrk="0" hangingPunct="1">
        <a:spcBef>
          <a:spcPct val="20000"/>
        </a:spcBef>
        <a:spcAft>
          <a:spcPts val="496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613974" indent="-236144" algn="l" defTabSz="377830" rtl="0" eaLnBrk="1" latinLnBrk="0" hangingPunct="1">
        <a:spcBef>
          <a:spcPct val="20000"/>
        </a:spcBef>
        <a:spcAft>
          <a:spcPts val="496"/>
        </a:spcAft>
        <a:buClr>
          <a:schemeClr val="accent1"/>
        </a:buClr>
        <a:buSzPct val="115000"/>
        <a:buFont typeface="Arial"/>
        <a:buChar char="•"/>
        <a:defRPr sz="165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91804" indent="-236144" algn="l" defTabSz="377830" rtl="0" eaLnBrk="1" latinLnBrk="0" hangingPunct="1">
        <a:spcBef>
          <a:spcPct val="20000"/>
        </a:spcBef>
        <a:spcAft>
          <a:spcPts val="496"/>
        </a:spcAft>
        <a:buClr>
          <a:schemeClr val="accent1"/>
        </a:buClr>
        <a:buSzPct val="115000"/>
        <a:buFont typeface="Arial"/>
        <a:buChar char="•"/>
        <a:defRPr sz="1488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275177" indent="-141686" algn="l" defTabSz="377830" rtl="0" eaLnBrk="1" latinLnBrk="0" hangingPunct="1">
        <a:spcBef>
          <a:spcPct val="20000"/>
        </a:spcBef>
        <a:spcAft>
          <a:spcPts val="496"/>
        </a:spcAft>
        <a:buClr>
          <a:schemeClr val="accent1"/>
        </a:buClr>
        <a:buSzPct val="115000"/>
        <a:buFont typeface="Arial"/>
        <a:buChar char="•"/>
        <a:defRPr sz="1322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653007" indent="-141686" algn="l" defTabSz="377830" rtl="0" eaLnBrk="1" latinLnBrk="0" hangingPunct="1">
        <a:spcBef>
          <a:spcPct val="20000"/>
        </a:spcBef>
        <a:spcAft>
          <a:spcPts val="496"/>
        </a:spcAft>
        <a:buClr>
          <a:schemeClr val="accent1"/>
        </a:buClr>
        <a:buSzPct val="115000"/>
        <a:buFont typeface="Arial"/>
        <a:buChar char="•"/>
        <a:defRPr sz="115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078065" indent="-188915" algn="l" defTabSz="377830" rtl="0" eaLnBrk="1" latinLnBrk="0" hangingPunct="1">
        <a:spcBef>
          <a:spcPct val="20000"/>
        </a:spcBef>
        <a:spcAft>
          <a:spcPts val="496"/>
        </a:spcAft>
        <a:buClr>
          <a:schemeClr val="accent1"/>
        </a:buClr>
        <a:buSzPct val="115000"/>
        <a:buFont typeface="Arial"/>
        <a:buChar char="•"/>
        <a:defRPr sz="115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455896" indent="-188915" algn="l" defTabSz="377830" rtl="0" eaLnBrk="1" latinLnBrk="0" hangingPunct="1">
        <a:spcBef>
          <a:spcPct val="20000"/>
        </a:spcBef>
        <a:spcAft>
          <a:spcPts val="496"/>
        </a:spcAft>
        <a:buClr>
          <a:schemeClr val="accent1"/>
        </a:buClr>
        <a:buSzPct val="115000"/>
        <a:buFont typeface="Arial"/>
        <a:buChar char="•"/>
        <a:defRPr sz="115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833726" indent="-188915" algn="l" defTabSz="377830" rtl="0" eaLnBrk="1" latinLnBrk="0" hangingPunct="1">
        <a:spcBef>
          <a:spcPct val="20000"/>
        </a:spcBef>
        <a:spcAft>
          <a:spcPts val="496"/>
        </a:spcAft>
        <a:buClr>
          <a:schemeClr val="accent1"/>
        </a:buClr>
        <a:buSzPct val="115000"/>
        <a:buFont typeface="Arial"/>
        <a:buChar char="•"/>
        <a:defRPr sz="115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211556" indent="-188915" algn="l" defTabSz="377830" rtl="0" eaLnBrk="1" latinLnBrk="0" hangingPunct="1">
        <a:spcBef>
          <a:spcPct val="20000"/>
        </a:spcBef>
        <a:spcAft>
          <a:spcPts val="496"/>
        </a:spcAft>
        <a:buClr>
          <a:schemeClr val="accent1"/>
        </a:buClr>
        <a:buSzPct val="115000"/>
        <a:buFont typeface="Arial"/>
        <a:buChar char="•"/>
        <a:defRPr sz="115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810"/>
            <a:ext cx="5379085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latin typeface="Calibri"/>
                <a:cs typeface="Calibri"/>
              </a:rPr>
              <a:t>AI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-20" dirty="0">
                <a:latin typeface="Calibri"/>
                <a:cs typeface="Calibri"/>
              </a:rPr>
              <a:t> Transport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Management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System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manage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transport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employees,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buses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daily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operations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support.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841116"/>
            <a:ext cx="2534920" cy="66865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b="1" dirty="0">
                <a:latin typeface="Calibri"/>
                <a:cs typeface="Calibri"/>
              </a:rPr>
              <a:t>Name: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VEERESH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b="1" spc="-25" dirty="0">
                <a:latin typeface="Calibri"/>
                <a:cs typeface="Calibri"/>
              </a:rPr>
              <a:t>College:</a:t>
            </a:r>
            <a:r>
              <a:rPr sz="1200" spc="-25" dirty="0">
                <a:latin typeface="Calibri"/>
                <a:cs typeface="Calibri"/>
              </a:rPr>
              <a:t>DAYANANDA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SAGAR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UNIVERSITY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200" b="1" dirty="0">
                <a:latin typeface="Calibri"/>
                <a:cs typeface="Calibri"/>
              </a:rPr>
              <a:t>Hackathon:</a:t>
            </a:r>
            <a:r>
              <a:rPr sz="1200" b="1" spc="-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Microsoft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Hackathon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2026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481452"/>
            <a:ext cx="4015104" cy="3315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90"/>
              </a:spcBef>
            </a:pPr>
            <a:r>
              <a:rPr b="1" dirty="0">
                <a:latin typeface="Calibri"/>
                <a:cs typeface="Calibri"/>
              </a:rPr>
              <a:t>Problem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Statement</a:t>
            </a:r>
            <a:endParaRPr lang="en-US" b="1" spc="-10" dirty="0">
              <a:latin typeface="Calibri"/>
              <a:cs typeface="Calibri"/>
            </a:endParaRPr>
          </a:p>
          <a:p>
            <a:pPr marL="52069">
              <a:lnSpc>
                <a:spcPct val="100000"/>
              </a:lnSpc>
              <a:spcBef>
                <a:spcPts val="90"/>
              </a:spcBef>
            </a:pPr>
            <a:endParaRPr lang="en-IN" sz="1600" b="1" spc="-10" dirty="0">
              <a:latin typeface="Calibri"/>
              <a:cs typeface="Calibri"/>
            </a:endParaRPr>
          </a:p>
          <a:p>
            <a:pPr marL="52069">
              <a:lnSpc>
                <a:spcPct val="100000"/>
              </a:lnSpc>
              <a:spcBef>
                <a:spcPts val="90"/>
              </a:spcBef>
            </a:pPr>
            <a:endParaRPr lang="en-IN" sz="1600" b="1" spc="-10" dirty="0">
              <a:latin typeface="Calibri"/>
              <a:cs typeface="Calibri"/>
            </a:endParaRPr>
          </a:p>
          <a:p>
            <a:pPr marL="52069">
              <a:lnSpc>
                <a:spcPct val="100000"/>
              </a:lnSpc>
              <a:spcBef>
                <a:spcPts val="90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dirty="0">
                <a:latin typeface="Calibri"/>
                <a:cs typeface="Calibri"/>
              </a:rPr>
              <a:t>In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government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transport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like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KSRTC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BMTC:</a:t>
            </a:r>
            <a:endParaRPr sz="1200" dirty="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There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lakhs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employees</a:t>
            </a:r>
            <a:endParaRPr sz="1200" dirty="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Attendance,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trips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fuel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mostly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manual</a:t>
            </a:r>
            <a:endParaRPr sz="1200" dirty="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Drivers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conductors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face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heavy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pressure</a:t>
            </a:r>
            <a:endParaRPr sz="1200" dirty="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employees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get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guidance</a:t>
            </a:r>
            <a:endParaRPr sz="1200" dirty="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Management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does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clear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analytics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200" dirty="0">
                <a:latin typeface="Calibri"/>
                <a:cs typeface="Calibri"/>
              </a:rPr>
              <a:t>Because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efficiency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employee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well-</a:t>
            </a:r>
            <a:r>
              <a:rPr sz="1200" dirty="0">
                <a:latin typeface="Calibri"/>
                <a:cs typeface="Calibri"/>
              </a:rPr>
              <a:t>being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affected.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2481452"/>
            <a:ext cx="2700020" cy="191719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90"/>
              </a:spcBef>
            </a:pPr>
            <a:r>
              <a:rPr b="1" spc="-10" dirty="0">
                <a:latin typeface="Calibri"/>
                <a:cs typeface="Calibri"/>
              </a:rPr>
              <a:t>Existing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System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Issues</a:t>
            </a:r>
            <a:endParaRPr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1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Manual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registers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Excel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sheets</a:t>
            </a:r>
            <a:endParaRPr sz="1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No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role-</a:t>
            </a:r>
            <a:r>
              <a:rPr sz="1200" dirty="0">
                <a:latin typeface="Calibri"/>
                <a:cs typeface="Calibri"/>
              </a:rPr>
              <a:t>based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access</a:t>
            </a:r>
            <a:endParaRPr sz="1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No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stress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pressure monitoring</a:t>
            </a:r>
            <a:endParaRPr sz="1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No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guidance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</a:t>
            </a:r>
            <a:endParaRPr sz="1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No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proper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analytics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decision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making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518029"/>
            <a:ext cx="3383915" cy="2147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Calibri"/>
                <a:cs typeface="Calibri"/>
              </a:rPr>
              <a:t>Proposed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Solution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spc="-10" dirty="0">
                <a:latin typeface="Calibri"/>
                <a:cs typeface="Calibri"/>
              </a:rPr>
              <a:t>We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designed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Transport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Management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System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which: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Digitizes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transport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operations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Uses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role-</a:t>
            </a:r>
            <a:r>
              <a:rPr sz="1200" dirty="0">
                <a:latin typeface="Calibri"/>
                <a:cs typeface="Calibri"/>
              </a:rPr>
              <a:t>based </a:t>
            </a:r>
            <a:r>
              <a:rPr sz="1200" spc="-20" dirty="0">
                <a:latin typeface="Calibri"/>
                <a:cs typeface="Calibri"/>
              </a:rPr>
              <a:t>login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Provides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guidance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employees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Gives </a:t>
            </a:r>
            <a:r>
              <a:rPr sz="1200" spc="-10" dirty="0">
                <a:latin typeface="Calibri"/>
                <a:cs typeface="Calibri"/>
              </a:rPr>
              <a:t>analytics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Can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scale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transport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organization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835020"/>
            <a:ext cx="2331720" cy="3733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User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Roles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200" b="1" spc="-10" dirty="0">
                <a:latin typeface="Calibri"/>
                <a:cs typeface="Calibri"/>
              </a:rPr>
              <a:t>Admin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Manage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employees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View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analytics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Monitor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complaints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200" b="1" dirty="0">
                <a:latin typeface="Calibri"/>
                <a:cs typeface="Calibri"/>
              </a:rPr>
              <a:t>Depot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Manager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Manage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trips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buses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View</a:t>
            </a:r>
            <a:r>
              <a:rPr sz="1200" spc="-10" dirty="0">
                <a:latin typeface="Calibri"/>
                <a:cs typeface="Calibri"/>
              </a:rPr>
              <a:t> performance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reports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200" b="1" dirty="0">
                <a:latin typeface="Calibri"/>
                <a:cs typeface="Calibri"/>
              </a:rPr>
              <a:t>Employee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(Driver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/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Conductor)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Mark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attendance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Use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support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Give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feedback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complaints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2798444"/>
            <a:ext cx="2334260" cy="2464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Key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Features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1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Login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role-</a:t>
            </a:r>
            <a:r>
              <a:rPr sz="1200" dirty="0">
                <a:latin typeface="Calibri"/>
                <a:cs typeface="Calibri"/>
              </a:rPr>
              <a:t>based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access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10" dirty="0">
                <a:latin typeface="Calibri"/>
                <a:cs typeface="Calibri"/>
              </a:rPr>
              <a:t>Attendance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/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OUT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Fuel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usage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collection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tracking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20" dirty="0">
                <a:latin typeface="Calibri"/>
                <a:cs typeface="Calibri"/>
              </a:rPr>
              <a:t>Trip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10" dirty="0">
                <a:latin typeface="Calibri"/>
                <a:cs typeface="Calibri"/>
              </a:rPr>
              <a:t>Performance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reports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PDF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10" dirty="0">
                <a:latin typeface="Calibri"/>
                <a:cs typeface="Calibri"/>
              </a:rPr>
              <a:t>Complaint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feedback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Analytics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dashboard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164206"/>
            <a:ext cx="4279900" cy="2364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AI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Support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System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(Main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Feature)</a:t>
            </a:r>
            <a:endParaRPr sz="1400">
              <a:latin typeface="Calibri"/>
              <a:cs typeface="Calibri"/>
            </a:endParaRPr>
          </a:p>
          <a:p>
            <a:pPr marL="12700" marR="1774825">
              <a:lnSpc>
                <a:spcPct val="173300"/>
              </a:lnSpc>
              <a:spcBef>
                <a:spcPts val="60"/>
              </a:spcBef>
            </a:pPr>
            <a:r>
              <a:rPr sz="1200" spc="-10" dirty="0">
                <a:latin typeface="Calibri"/>
                <a:cs typeface="Calibri"/>
              </a:rPr>
              <a:t>Employees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ask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AI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for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help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privately</a:t>
            </a:r>
            <a:r>
              <a:rPr sz="1200" spc="-10" dirty="0">
                <a:latin typeface="Calibri"/>
                <a:cs typeface="Calibri"/>
              </a:rPr>
              <a:t>. Examples: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“I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feeling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pressure,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what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should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do?”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“How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improve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mileage?”</a:t>
            </a:r>
            <a:endParaRPr sz="1200">
              <a:latin typeface="Calibri"/>
              <a:cs typeface="Calibri"/>
            </a:endParaRPr>
          </a:p>
          <a:p>
            <a:pPr marL="12700" marR="2158365" indent="457200">
              <a:lnSpc>
                <a:spcPct val="17330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“Safety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tips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night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duty” </a:t>
            </a:r>
            <a:r>
              <a:rPr sz="1200" dirty="0">
                <a:latin typeface="Calibri"/>
                <a:cs typeface="Calibri"/>
              </a:rPr>
              <a:t>AI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suggestions.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200" dirty="0">
                <a:latin typeface="Calibri"/>
                <a:cs typeface="Calibri"/>
              </a:rPr>
              <a:t>No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admin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manager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notified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unless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employee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raises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complaint.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2481452"/>
            <a:ext cx="2388870" cy="1830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Why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AI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Support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is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Important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1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10" dirty="0">
                <a:latin typeface="Calibri"/>
                <a:cs typeface="Calibri"/>
              </a:rPr>
              <a:t>Employees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hesitate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talk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openly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AI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instant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guidance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10" dirty="0">
                <a:latin typeface="Calibri"/>
                <a:cs typeface="Calibri"/>
              </a:rPr>
              <a:t>Reduces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stress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mistakes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Improves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safety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fuel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efficiency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10" dirty="0">
                <a:latin typeface="Calibri"/>
                <a:cs typeface="Calibri"/>
              </a:rPr>
              <a:t>Ethical system </a:t>
            </a:r>
            <a:r>
              <a:rPr sz="1200" dirty="0">
                <a:latin typeface="Calibri"/>
                <a:cs typeface="Calibri"/>
              </a:rPr>
              <a:t>–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spying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835020"/>
            <a:ext cx="20955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Feedback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&amp;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Risk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Monitoring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893057"/>
            <a:ext cx="2616200" cy="2430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Employees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periodically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feedback: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Pressure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level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(1–5)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Manager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pressure</a:t>
            </a:r>
            <a:r>
              <a:rPr sz="1200" spc="-20" dirty="0">
                <a:latin typeface="Calibri"/>
                <a:cs typeface="Calibri"/>
              </a:rPr>
              <a:t> (Yes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/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No)</a:t>
            </a:r>
            <a:endParaRPr sz="1200">
              <a:latin typeface="Calibri"/>
              <a:cs typeface="Calibri"/>
            </a:endParaRPr>
          </a:p>
          <a:p>
            <a:pPr marL="12700" marR="1466215" indent="457200">
              <a:lnSpc>
                <a:spcPct val="1733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Comments System</a:t>
            </a:r>
            <a:r>
              <a:rPr sz="1200" spc="-20" dirty="0">
                <a:latin typeface="Calibri"/>
                <a:cs typeface="Calibri"/>
              </a:rPr>
              <a:t> can: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Identify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high-pressure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depots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Highlight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risk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areas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Help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authorities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take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action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469004"/>
            <a:ext cx="2211070" cy="2781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Calibri"/>
                <a:cs typeface="Calibri"/>
              </a:rPr>
              <a:t>Analytics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Dashboard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200" spc="-10" dirty="0">
                <a:latin typeface="Calibri"/>
                <a:cs typeface="Calibri"/>
              </a:rPr>
              <a:t>Admin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see: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25" dirty="0">
                <a:latin typeface="Calibri"/>
                <a:cs typeface="Calibri"/>
              </a:rPr>
              <a:t>Total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employees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25" dirty="0">
                <a:latin typeface="Calibri"/>
                <a:cs typeface="Calibri"/>
              </a:rPr>
              <a:t>Total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trips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Attendance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25" dirty="0">
                <a:latin typeface="Calibri"/>
                <a:cs typeface="Calibri"/>
              </a:rPr>
              <a:t>Total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collection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Diesel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usage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Bus-</a:t>
            </a:r>
            <a:r>
              <a:rPr sz="1200" dirty="0">
                <a:latin typeface="Calibri"/>
                <a:cs typeface="Calibri"/>
              </a:rPr>
              <a:t>wise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charts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data-</a:t>
            </a:r>
            <a:r>
              <a:rPr sz="1200" b="1" dirty="0">
                <a:latin typeface="Calibri"/>
                <a:cs typeface="Calibri"/>
              </a:rPr>
              <a:t>driven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decisions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3432428"/>
            <a:ext cx="1680845" cy="1830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Calibri"/>
                <a:cs typeface="Calibri"/>
              </a:rPr>
              <a:t>Technology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Used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1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Python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Flask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(Backend)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MySQL</a:t>
            </a:r>
            <a:r>
              <a:rPr sz="1200" spc="-10" dirty="0">
                <a:latin typeface="Calibri"/>
                <a:cs typeface="Calibri"/>
              </a:rPr>
              <a:t> (Database)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HTML,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CSS </a:t>
            </a:r>
            <a:r>
              <a:rPr sz="1200" spc="-10" dirty="0">
                <a:latin typeface="Calibri"/>
                <a:cs typeface="Calibri"/>
              </a:rPr>
              <a:t>(Frontend)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Chart.js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(Graphs)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10" dirty="0">
                <a:latin typeface="Calibri"/>
                <a:cs typeface="Calibri"/>
              </a:rPr>
              <a:t>Rule-</a:t>
            </a:r>
            <a:r>
              <a:rPr sz="1200" dirty="0">
                <a:latin typeface="Calibri"/>
                <a:cs typeface="Calibri"/>
              </a:rPr>
              <a:t>based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AI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logic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3822953"/>
            <a:ext cx="2312035" cy="1830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Calibri"/>
                <a:cs typeface="Calibri"/>
              </a:rPr>
              <a:t>Microsoft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Technology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Mapping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1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Flask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→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Azure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MySQL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→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Azure</a:t>
            </a:r>
            <a:r>
              <a:rPr sz="1200" spc="-25" dirty="0">
                <a:latin typeface="Calibri"/>
                <a:cs typeface="Calibri"/>
              </a:rPr>
              <a:t> SQL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AI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Logic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→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Azure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OpenAI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(future)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Charts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→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Power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BI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10" dirty="0">
                <a:latin typeface="Calibri"/>
                <a:cs typeface="Calibri"/>
              </a:rPr>
              <a:t>Authentication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→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Azure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AD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3432428"/>
            <a:ext cx="2089785" cy="2147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Demo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Flow</a:t>
            </a:r>
            <a:endParaRPr sz="14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1115"/>
              </a:spcBef>
              <a:buAutoNum type="arabicPeriod"/>
              <a:tabLst>
                <a:tab pos="242570" algn="l"/>
              </a:tabLst>
            </a:pPr>
            <a:r>
              <a:rPr sz="1200" dirty="0">
                <a:latin typeface="Calibri"/>
                <a:cs typeface="Calibri"/>
              </a:rPr>
              <a:t>Login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Admin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242570" algn="l"/>
              </a:tabLst>
            </a:pPr>
            <a:r>
              <a:rPr sz="1200" dirty="0">
                <a:latin typeface="Calibri"/>
                <a:cs typeface="Calibri"/>
              </a:rPr>
              <a:t>View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dashboard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analytics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242570" algn="l"/>
              </a:tabLst>
            </a:pPr>
            <a:r>
              <a:rPr sz="1200" dirty="0">
                <a:latin typeface="Calibri"/>
                <a:cs typeface="Calibri"/>
              </a:rPr>
              <a:t>Login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Employee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242570" algn="l"/>
              </a:tabLst>
            </a:pPr>
            <a:r>
              <a:rPr sz="1200" dirty="0">
                <a:latin typeface="Calibri"/>
                <a:cs typeface="Calibri"/>
              </a:rPr>
              <a:t>Ask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AI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question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242570" algn="l"/>
              </a:tabLst>
            </a:pPr>
            <a:r>
              <a:rPr sz="1200" dirty="0">
                <a:latin typeface="Calibri"/>
                <a:cs typeface="Calibri"/>
              </a:rPr>
              <a:t>Submit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feedback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242570" algn="l"/>
              </a:tabLst>
            </a:pPr>
            <a:r>
              <a:rPr sz="1200" spc="-10" dirty="0">
                <a:latin typeface="Calibri"/>
                <a:cs typeface="Calibri"/>
              </a:rPr>
              <a:t>Generate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performance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report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469004"/>
            <a:ext cx="2580005" cy="1830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Calibri"/>
                <a:cs typeface="Calibri"/>
              </a:rPr>
              <a:t>Scalability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for: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KSRTC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20" dirty="0">
                <a:latin typeface="Calibri"/>
                <a:cs typeface="Calibri"/>
              </a:rPr>
              <a:t>BMTC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Private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services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Logistics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transport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companies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9677" y="3152012"/>
            <a:ext cx="98933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Future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Scope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3859529"/>
            <a:ext cx="2703195" cy="1477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Real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AI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Azure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OpenAI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10" dirty="0">
                <a:latin typeface="Calibri"/>
                <a:cs typeface="Calibri"/>
              </a:rPr>
              <a:t>Kannada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regional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language </a:t>
            </a:r>
            <a:r>
              <a:rPr sz="1200" spc="-10" dirty="0">
                <a:latin typeface="Calibri"/>
                <a:cs typeface="Calibri"/>
              </a:rPr>
              <a:t>support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Mobile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application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GPS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live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tracking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10" dirty="0">
                <a:latin typeface="Calibri"/>
                <a:cs typeface="Calibri"/>
              </a:rPr>
              <a:t>Predictive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maintenance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152012"/>
            <a:ext cx="2762250" cy="1830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Calibri"/>
                <a:cs typeface="Calibri"/>
              </a:rPr>
              <a:t>Conclusion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how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AI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analytics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can: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Improve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employee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well-being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Calibri"/>
                <a:cs typeface="Calibri"/>
              </a:rPr>
              <a:t>Increase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safety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Improve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fuel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efficiency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Calibri"/>
                <a:cs typeface="Calibri"/>
              </a:rPr>
              <a:t>Make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transport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489</Words>
  <Application>Microsoft Office PowerPoint</Application>
  <PresentationFormat>Custom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Garamond</vt:lpstr>
      <vt:lpstr>Symbol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veeresh yadav</dc:creator>
  <cp:lastModifiedBy>veeresh yadav</cp:lastModifiedBy>
  <cp:revision>1</cp:revision>
  <dcterms:created xsi:type="dcterms:W3CDTF">2026-01-09T02:47:45Z</dcterms:created>
  <dcterms:modified xsi:type="dcterms:W3CDTF">2026-01-09T02:52:50Z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2026-01-09T00:00:00Z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2026-01-09T00:00:00Z</vt:filetime>
  </property>
  <property fmtid="{D5CDD505-2E9C-101B-9397-08002B2CF9AE}" pid="5" name="Producer">
    <vt:lpwstr>www.ilovepdf.com</vt:lpwstr>
  </property>
</Properties>
</file>